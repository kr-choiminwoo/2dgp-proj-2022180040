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BE795-EDBE-48C4-2F7F-E8345780D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18BEEA-7398-119C-35FE-4F3261FA8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3842B-22ED-5E4E-97EC-A73271E7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6D0446-8752-C50A-A97D-A6AA2559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85C304-41A3-8BDE-76D0-5254148F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1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95F44B-7C34-D754-DD5A-F93D0038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3969B7-BBDC-943B-40E3-FA33B5A71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38AE0E-B147-1B04-39AE-A7E79C63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BDD02-0346-C647-8FEB-E037B36F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4D69E-9A30-72E5-4B18-AB4C4F45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98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46764-406A-E6A7-D0C4-D59BBF9EF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03AD8E-CF87-305D-6013-5444F64E9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46B8F9-FA34-CD8A-E7E9-351C8F34F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FDEE1-EB77-D565-BAAF-742142EA6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F47117-4FB7-4124-BA79-6B5FAE14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9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5584F-C0F6-68AF-B121-D1F043D1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6D049-6ED2-7F15-7E76-6EE234737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41A692-C43D-4090-2374-B4634DF6E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F76C5F-18AF-767B-394F-0917817C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3784B1-2107-706C-7665-0B6903885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3D67AA-41A4-2608-44C7-9CCAD2D9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53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1D1DA-C78B-F3F1-D1DB-85A1FFA81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7E304C-5B8F-0B54-6214-12A868F0B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F6B3DA-6BD1-D678-61FD-70CFEC0AE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D46C7F-C063-8A87-30DB-A6DBC2790F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2F9CEC-40D9-B5C7-3357-F8C43F689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6CAE42-9D0C-57B4-F715-559CA0F3E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26700A-7E32-45D0-3B20-BB1F8F0C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91CB87-06DC-3341-83AF-AAA2CCD1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03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1E68B-6B34-4E7E-64AA-DA1A4758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BE4AD7-AE8E-BE8D-42E3-F77679B7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2C409B-FAA0-F461-3ABB-AA390F13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AC620F-4CA2-FBCB-6A6A-DB4D48DB4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22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E27D86-DAC9-5BF8-7A8D-E2B071BF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950CE9-E780-8246-91C2-13061E48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7E5A0-D642-D445-5EB6-5FD6B587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37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64A76-94CB-D771-648F-4C384530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4B3685-DF40-CE7E-089C-73818F5A2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356123-01F7-6ED2-FBC4-DCA745722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4F614A-A9FB-CBFA-ECFE-8744AAB5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51E827-F511-11A8-F73A-88CBA0F5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DD3BB0-6E0C-6620-59B7-BD11B80D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55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C90B2-2BCB-EACF-A24B-B7C0ED7C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53A5DB-B970-D48A-9156-2F9946DDD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7C6307-77EB-2216-55AC-2D2AB75F3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6FCAB4-5C2C-B1F2-B83F-FC8A52A2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7E3418-1265-1C00-D5A4-35249484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2C92B3-C2BD-3A10-D52B-9CDE5117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5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E6EB68-26A4-6D1A-E69D-70C11B47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56B6F3-9CD6-9EAA-4BA9-927557FEE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78B18-2F34-1C8E-5C03-BD0512033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F28BC-5E06-F7AA-BB77-9238AC5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4BBCBE-5F05-0284-A316-7647F278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7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19B617-D1BC-6512-9960-837BDB182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16A1AF-80E6-5461-4A2E-92A0A79B3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EC7C36-6602-6A26-C9AA-8E8397513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B2210-20F9-F240-E3EE-1F53561A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F72A2-D02E-CA24-AC76-F276BCFA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05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A4B0C4-CAB8-DBAF-CD3C-622EA3DF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995A71-EF18-94E0-025A-A7DA0F4E5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BE504F-02FA-5525-9E46-4C6563676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65E6A-FC6F-4BDD-AE8E-6C270BB7C97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F7E0B9-EBE2-929A-AD7B-8422B432E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49731B-0E69-E15B-A93E-C875B8432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3F1BB-5432-45CE-B8DF-45BF5F186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5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A40E1-3A88-FCE5-23DC-542A753C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0083"/>
            <a:ext cx="10515600" cy="1325563"/>
          </a:xfrm>
        </p:spPr>
        <p:txBody>
          <a:bodyPr/>
          <a:lstStyle/>
          <a:p>
            <a:r>
              <a:rPr lang="ko-KR" altLang="en-US" dirty="0"/>
              <a:t>개발 진척도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65E12-9FAF-F0E1-780B-B2E967A44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6">
            <a:extLst>
              <a:ext uri="{FF2B5EF4-FFF2-40B4-BE49-F238E27FC236}">
                <a16:creationId xmlns:a16="http://schemas.microsoft.com/office/drawing/2014/main" id="{2149DB40-3BDB-C688-6038-3DCEF647BE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2882435"/>
              </p:ext>
            </p:extLst>
          </p:nvPr>
        </p:nvGraphicFramePr>
        <p:xfrm>
          <a:off x="0" y="878305"/>
          <a:ext cx="12192000" cy="6174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905">
                  <a:extLst>
                    <a:ext uri="{9D8B030D-6E8A-4147-A177-3AD203B41FA5}">
                      <a16:colId xmlns:a16="http://schemas.microsoft.com/office/drawing/2014/main" val="3262684248"/>
                    </a:ext>
                  </a:extLst>
                </a:gridCol>
                <a:gridCol w="8620890">
                  <a:extLst>
                    <a:ext uri="{9D8B030D-6E8A-4147-A177-3AD203B41FA5}">
                      <a16:colId xmlns:a16="http://schemas.microsoft.com/office/drawing/2014/main" val="1035124878"/>
                    </a:ext>
                  </a:extLst>
                </a:gridCol>
                <a:gridCol w="1697205">
                  <a:extLst>
                    <a:ext uri="{9D8B030D-6E8A-4147-A177-3AD203B41FA5}">
                      <a16:colId xmlns:a16="http://schemas.microsoft.com/office/drawing/2014/main" val="2981801536"/>
                    </a:ext>
                  </a:extLst>
                </a:gridCol>
              </a:tblGrid>
              <a:tr h="50770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진행률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733921"/>
                  </a:ext>
                </a:extLst>
              </a:tr>
              <a:tr h="6209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 캐릭터 조작 구현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이동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공격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결과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캐릭터 조작 구현 완료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14645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특수 스킬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UI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기초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결과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특수 스킬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종 구현</a:t>
                      </a:r>
                      <a:r>
                        <a:rPr lang="en-US" altLang="ko-KR" dirty="0"/>
                        <a:t>, UI </a:t>
                      </a:r>
                      <a:r>
                        <a:rPr lang="ko-KR" altLang="en-US" dirty="0"/>
                        <a:t>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461481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 추가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 선택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AI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전투 로직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보스 선정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결과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던전 구현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맵 디자인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계획 변경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202339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대기소 인터페이스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(2D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사이드 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결과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대기소 인터페이스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던전 입장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40539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 추가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 선택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AI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전투 로직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보스 선정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일반 몬스터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종 추가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보스 추가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AI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전투 로직 완성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000951"/>
                  </a:ext>
                </a:extLst>
              </a:tr>
              <a:tr h="647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 강화 시스템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상점 시스템 구현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62502"/>
                  </a:ext>
                </a:extLst>
              </a:tr>
              <a:tr h="5971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루프 구현 및 연결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대기소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상점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던전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대기소 루트 구현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 상태 유지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867021"/>
                  </a:ext>
                </a:extLst>
              </a:tr>
              <a:tr h="5077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사운드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효과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사운드는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미구현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플레이어와 보스의 공격 효과 구현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082532"/>
                  </a:ext>
                </a:extLst>
              </a:tr>
              <a:tr h="5077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테스트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5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532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DB3C62-2A02-7C9D-579E-41613ACC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</a:p>
        </p:txBody>
      </p:sp>
      <p:pic>
        <p:nvPicPr>
          <p:cNvPr id="8" name="그림 7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AA9FE7-D165-6D36-0AC0-678B434F8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989" y="1825624"/>
            <a:ext cx="5418222" cy="4057816"/>
          </a:xfrm>
          <a:prstGeom prst="rect">
            <a:avLst/>
          </a:prstGeom>
        </p:spPr>
      </p:pic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6A3DA7AD-BAB2-096C-EEF3-5A74D40D5F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9356"/>
              </p:ext>
            </p:extLst>
          </p:nvPr>
        </p:nvGraphicFramePr>
        <p:xfrm>
          <a:off x="300789" y="1825624"/>
          <a:ext cx="6172200" cy="4057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827514143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4093513087"/>
                    </a:ext>
                  </a:extLst>
                </a:gridCol>
              </a:tblGrid>
              <a:tr h="5796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833662"/>
                  </a:ext>
                </a:extLst>
              </a:tr>
              <a:tr h="5796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28 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976828"/>
                  </a:ext>
                </a:extLst>
              </a:tr>
              <a:tr h="5796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26 Oct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061081"/>
                  </a:ext>
                </a:extLst>
              </a:tr>
              <a:tr h="579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9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410695"/>
                  </a:ext>
                </a:extLst>
              </a:tr>
              <a:tr h="579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16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17274"/>
                  </a:ext>
                </a:extLst>
              </a:tr>
              <a:tr h="579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30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181522"/>
                  </a:ext>
                </a:extLst>
              </a:tr>
              <a:tr h="579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7 Dec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061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69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245</Words>
  <Application>Microsoft Office PowerPoint</Application>
  <PresentationFormat>와이드스크린</PresentationFormat>
  <Paragraphs>53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개발 진척도</vt:lpstr>
      <vt:lpstr>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최민우(2022180040)</dc:creator>
  <cp:lastModifiedBy>최민우(2022180040)</cp:lastModifiedBy>
  <cp:revision>4</cp:revision>
  <dcterms:created xsi:type="dcterms:W3CDTF">2025-12-10T02:57:33Z</dcterms:created>
  <dcterms:modified xsi:type="dcterms:W3CDTF">2025-12-10T03:08:21Z</dcterms:modified>
</cp:coreProperties>
</file>