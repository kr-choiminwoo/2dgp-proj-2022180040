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68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16148-4E92-5084-3D11-D21CA5003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A78DF0-65AD-F919-3FB9-3E30DE7D6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F5F0A9-32AE-99A1-0E0B-61B4BD9D4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B44A-B4B6-4A64-875D-F271D9AE962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52C7A0-5BB2-04C2-0F60-35C2ED53D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691449-2B5C-1296-BDE4-63950876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0AC7-3628-446F-8971-75693B5040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394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F453C-C728-DDF5-0187-FC2C3709B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E9BDC9-CD3A-85DB-69C3-FC0E37A58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97C5C6-CD13-F17C-720A-CEBC807E5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B44A-B4B6-4A64-875D-F271D9AE962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C36D0E-B202-5FA6-BE60-798286637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B80200-6767-8FFA-3A37-C0CF8301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0AC7-3628-446F-8971-75693B5040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6979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6FBEEB-9A06-E435-B0C1-26B9D5C8C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1ED70F-7AAA-3ADD-1FEE-5921055D2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B4761B-923D-DAE4-D4E6-613FC5912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B44A-B4B6-4A64-875D-F271D9AE962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77A24D-E89D-9EC3-7E03-5418072E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95EFB8-3267-804B-9046-8D3A84B14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0AC7-3628-446F-8971-75693B5040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99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3A2D4C-4106-A7BB-9DA3-A435024A8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8EAA7F-9D92-FE5B-3CB8-A78E3FB867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CDA9A0-9740-8A73-03F3-D883E3D38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71FE45-5095-A34E-06D5-F9B6FF24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B44A-B4B6-4A64-875D-F271D9AE962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07F2F4-5DE5-ED03-4B76-74BFD31DA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DED754-C642-4FF5-8A2E-A1C9C0ECC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0AC7-3628-446F-8971-75693B5040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266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543B0B-A70B-F2D3-1FD7-6BB97CB06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F90E41-08F0-1201-7032-795E6E649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B2AE63-8F33-7B70-4E0B-A5F3F116A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AAE8F6-79F4-FF05-3D27-46D0F4B9F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7DB8A8D-5B2D-E356-3262-5FBD78CE19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5592855-21E4-A53E-D758-26B237C16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B44A-B4B6-4A64-875D-F271D9AE962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F3EF7B-BA83-18A4-DF61-F72413177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EC4C817-9A4E-022A-773D-6938D5E2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0AC7-3628-446F-8971-75693B5040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945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E7E9E6-85D2-54AB-FC9B-01BF9635D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44E5511-8EA3-D1E3-879D-63C05055F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B44A-B4B6-4A64-875D-F271D9AE962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1FDA6D-AC4A-3135-3173-719FCAB9A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D6EB5F-9940-2594-8709-DA13FEE00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0AC7-3628-446F-8971-75693B5040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964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A6AFE7B-FB30-264B-6C90-55AA8FF37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B44A-B4B6-4A64-875D-F271D9AE962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8AF6E05-C414-71FD-6ECA-DEFD0C5B2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01D387-E209-4D02-1C17-1A058E96A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0AC7-3628-446F-8971-75693B5040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857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EEA9BE-57D0-2C87-B928-17A623096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97E062-EC17-DCFA-B268-0444F09F0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E1E2C4-B64F-05E6-BD76-F31FD9B58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A4BFD5-D31F-210B-53CE-050783320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B44A-B4B6-4A64-875D-F271D9AE962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59233C-18FF-8239-E8FD-751B03A80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3C305D-7F9A-53AC-2E53-2C2815E31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0AC7-3628-446F-8971-75693B5040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33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3B65B-62DD-B1FD-C160-7C698CFFC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1663F10-AF7C-27EC-6C9E-D4C4DE0EF5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20FF2E-40F2-2DB6-2089-A6F0E33DA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7E93C9-9F51-BA2E-5EF0-102448FC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B44A-B4B6-4A64-875D-F271D9AE962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430231-5633-6E40-8F9A-D37DA3F5E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597E4D-3AA7-DBEE-B14C-214FE24C5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0AC7-3628-446F-8971-75693B5040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899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52B99-6C96-85E1-14EE-337D48553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E93781-E9B9-8DAB-8398-E69999333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118200-9197-5B6B-87EE-339CBCECE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B44A-B4B6-4A64-875D-F271D9AE962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8ECE6E-8593-A52D-FFFD-5FB1A90F9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A3889C-E988-9BB6-3CDE-637824ADF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0AC7-3628-446F-8971-75693B5040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2963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A6E5ACF-749E-7D33-0CA6-2989FEDBE6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97E8D8-30FE-DE6F-80BA-8DFA40EC3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769F0F-280F-9D9C-EF99-55772B95D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B44A-B4B6-4A64-875D-F271D9AE962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168294-F1F2-8D21-8A12-68422A479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5C7291-A5B1-BC97-FF62-A2A81978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0AC7-3628-446F-8971-75693B5040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3597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CD21D5-1789-46B9-5244-373DA3226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2373E5-96D3-D665-2476-92A745E34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51AF1F-FDCA-D1B9-8404-A8D8FAC422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5FB44A-B4B6-4A64-875D-F271D9AE962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63A724-44BD-D22B-7695-48812CCF8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24FF09-B5CD-9426-0DDC-BEE2131FB0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770AC7-3628-446F-8971-75693B5040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111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61D44C-6562-5DEF-D468-1160154DDA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 프로젝트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C61B1E5-C965-2448-D1CD-5D74131D2C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2022180040 </a:t>
            </a:r>
            <a:r>
              <a:rPr lang="ko-KR" altLang="en-US" dirty="0"/>
              <a:t>최민우</a:t>
            </a:r>
          </a:p>
        </p:txBody>
      </p:sp>
    </p:spTree>
    <p:extLst>
      <p:ext uri="{BB962C8B-B14F-4D97-AF65-F5344CB8AC3E}">
        <p14:creationId xmlns:p14="http://schemas.microsoft.com/office/powerpoint/2010/main" val="1555298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A2C3177A-0F6D-F362-D797-3B2FCE4EEE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1089603"/>
              </p:ext>
            </p:extLst>
          </p:nvPr>
        </p:nvGraphicFramePr>
        <p:xfrm>
          <a:off x="0" y="878305"/>
          <a:ext cx="12192000" cy="5998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3905">
                  <a:extLst>
                    <a:ext uri="{9D8B030D-6E8A-4147-A177-3AD203B41FA5}">
                      <a16:colId xmlns:a16="http://schemas.microsoft.com/office/drawing/2014/main" val="3262684248"/>
                    </a:ext>
                  </a:extLst>
                </a:gridCol>
                <a:gridCol w="8620890">
                  <a:extLst>
                    <a:ext uri="{9D8B030D-6E8A-4147-A177-3AD203B41FA5}">
                      <a16:colId xmlns:a16="http://schemas.microsoft.com/office/drawing/2014/main" val="1035124878"/>
                    </a:ext>
                  </a:extLst>
                </a:gridCol>
                <a:gridCol w="1697205">
                  <a:extLst>
                    <a:ext uri="{9D8B030D-6E8A-4147-A177-3AD203B41FA5}">
                      <a16:colId xmlns:a16="http://schemas.microsoft.com/office/drawing/2014/main" val="2981801536"/>
                    </a:ext>
                  </a:extLst>
                </a:gridCol>
              </a:tblGrid>
              <a:tr h="50770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진행률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733921"/>
                  </a:ext>
                </a:extLst>
              </a:tr>
              <a:tr h="6209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기본 캐릭터 조작 구현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이동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공격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회피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결과</a:t>
                      </a:r>
                      <a:r>
                        <a:rPr lang="en-US" altLang="ko-KR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614645"/>
                  </a:ext>
                </a:extLst>
              </a:tr>
              <a:tr h="6476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특수 스킬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UI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기초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결과</a:t>
                      </a:r>
                      <a:r>
                        <a:rPr lang="en-US" altLang="ko-KR" dirty="0"/>
                        <a:t>: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461481"/>
                  </a:ext>
                </a:extLst>
              </a:tr>
              <a:tr h="6476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 추가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 선택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AI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전투 로직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보스 선정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결과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던전 구현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맵 디자인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계획 변경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202339"/>
                  </a:ext>
                </a:extLst>
              </a:tr>
              <a:tr h="6476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: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대기소 인터페이스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(2D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사이드 뷰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결과</a:t>
                      </a:r>
                      <a:r>
                        <a:rPr lang="en-US" altLang="ko-KR" dirty="0"/>
                        <a:t>: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440539"/>
                  </a:ext>
                </a:extLst>
              </a:tr>
              <a:tr h="6476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 추가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 선택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AI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전투 로직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보스 선정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000951"/>
                  </a:ext>
                </a:extLst>
              </a:tr>
              <a:tr h="6476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장비 강화 시스템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462502"/>
                  </a:ext>
                </a:extLst>
              </a:tr>
              <a:tr h="597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 루프 구현 및 연결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867021"/>
                  </a:ext>
                </a:extLst>
              </a:tr>
              <a:tr h="5077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사운드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효과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튜토리얼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082532"/>
                  </a:ext>
                </a:extLst>
              </a:tr>
              <a:tr h="5077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테스트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3544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E4DD8C2-5DA4-489D-3D8F-806128BA7B65}"/>
              </a:ext>
            </a:extLst>
          </p:cNvPr>
          <p:cNvSpPr txBox="1"/>
          <p:nvPr/>
        </p:nvSpPr>
        <p:spPr>
          <a:xfrm>
            <a:off x="0" y="-1"/>
            <a:ext cx="7050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프로젝트 개발 진행 상황</a:t>
            </a:r>
          </a:p>
        </p:txBody>
      </p:sp>
    </p:spTree>
    <p:extLst>
      <p:ext uri="{BB962C8B-B14F-4D97-AF65-F5344CB8AC3E}">
        <p14:creationId xmlns:p14="http://schemas.microsoft.com/office/powerpoint/2010/main" val="2446831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9CD8D-F131-4418-39E8-1C295F901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프로젝트 계획 수정</a:t>
            </a:r>
            <a:br>
              <a:rPr lang="ko-KR" altLang="ko-KR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A20F0-3612-6544-0F33-4C5DC61C1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189"/>
            <a:ext cx="10515600" cy="496177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ko-KR" dirty="0"/>
              <a:t>개발 일정</a:t>
            </a:r>
          </a:p>
          <a:p>
            <a:pPr lvl="1"/>
            <a:r>
              <a:rPr lang="en-US" altLang="ko-KR" dirty="0"/>
              <a:t>1</a:t>
            </a:r>
            <a:r>
              <a:rPr lang="ko-KR" altLang="ko-KR" dirty="0"/>
              <a:t>주차 </a:t>
            </a:r>
            <a:r>
              <a:rPr lang="en-US" altLang="ko-KR" dirty="0"/>
              <a:t>: </a:t>
            </a:r>
            <a:r>
              <a:rPr lang="ko-KR" altLang="ko-KR" dirty="0"/>
              <a:t>기본 캐릭터 조작 구현</a:t>
            </a:r>
            <a:r>
              <a:rPr lang="en-US" altLang="ko-KR" dirty="0"/>
              <a:t>(</a:t>
            </a:r>
            <a:r>
              <a:rPr lang="ko-KR" altLang="ko-KR" dirty="0"/>
              <a:t>이동</a:t>
            </a:r>
            <a:r>
              <a:rPr lang="en-US" altLang="ko-KR" dirty="0"/>
              <a:t>, </a:t>
            </a:r>
            <a:r>
              <a:rPr lang="ko-KR" altLang="ko-KR" dirty="0"/>
              <a:t>공격</a:t>
            </a:r>
            <a:r>
              <a:rPr lang="en-US" altLang="ko-KR" dirty="0"/>
              <a:t>, </a:t>
            </a:r>
            <a:r>
              <a:rPr lang="ko-KR" altLang="ko-KR" dirty="0"/>
              <a:t>회피</a:t>
            </a:r>
            <a:r>
              <a:rPr lang="en-US" altLang="ko-KR" dirty="0"/>
              <a:t>)</a:t>
            </a:r>
            <a:endParaRPr lang="ko-KR" altLang="ko-KR" dirty="0"/>
          </a:p>
          <a:p>
            <a:pPr lvl="1"/>
            <a:r>
              <a:rPr lang="en-US" altLang="ko-KR" dirty="0"/>
              <a:t>2</a:t>
            </a:r>
            <a:r>
              <a:rPr lang="ko-KR" altLang="ko-KR" dirty="0"/>
              <a:t>주차</a:t>
            </a:r>
            <a:r>
              <a:rPr lang="en-US" altLang="ko-KR" dirty="0"/>
              <a:t> : </a:t>
            </a:r>
            <a:r>
              <a:rPr lang="ko-KR" altLang="ko-KR" dirty="0"/>
              <a:t>스킬</a:t>
            </a:r>
            <a:r>
              <a:rPr lang="en-US" altLang="ko-KR" dirty="0"/>
              <a:t>(</a:t>
            </a:r>
            <a:r>
              <a:rPr lang="ko-KR" altLang="ko-KR" dirty="0"/>
              <a:t>특수 스킬</a:t>
            </a:r>
            <a:r>
              <a:rPr lang="en-US" altLang="ko-KR" dirty="0"/>
              <a:t>) </a:t>
            </a:r>
            <a:r>
              <a:rPr lang="ko-KR" altLang="ko-KR" dirty="0"/>
              <a:t>구현</a:t>
            </a:r>
            <a:r>
              <a:rPr lang="en-US" altLang="ko-KR" dirty="0"/>
              <a:t>, UI </a:t>
            </a:r>
            <a:r>
              <a:rPr lang="ko-KR" altLang="ko-KR" dirty="0"/>
              <a:t>기초</a:t>
            </a:r>
          </a:p>
          <a:p>
            <a:pPr lvl="1"/>
            <a:r>
              <a:rPr lang="en-US" altLang="ko-KR" dirty="0"/>
              <a:t>3</a:t>
            </a:r>
            <a:r>
              <a:rPr lang="ko-KR" altLang="ko-KR" dirty="0"/>
              <a:t>주차</a:t>
            </a:r>
            <a:r>
              <a:rPr lang="en-US" altLang="ko-KR" dirty="0"/>
              <a:t> : </a:t>
            </a:r>
            <a:r>
              <a:rPr lang="ko-KR" altLang="ko-KR" dirty="0"/>
              <a:t>던전 구현</a:t>
            </a:r>
            <a:r>
              <a:rPr lang="en-US" altLang="ko-KR" dirty="0"/>
              <a:t>(</a:t>
            </a:r>
            <a:r>
              <a:rPr lang="ko-KR" altLang="ko-KR" dirty="0"/>
              <a:t>맵 디자인</a:t>
            </a:r>
            <a:r>
              <a:rPr lang="en-US" altLang="ko-KR" dirty="0"/>
              <a:t>)</a:t>
            </a:r>
            <a:endParaRPr lang="ko-KR" altLang="ko-KR" dirty="0"/>
          </a:p>
          <a:p>
            <a:pPr lvl="1"/>
            <a:r>
              <a:rPr lang="en-US" altLang="ko-KR" dirty="0"/>
              <a:t>4</a:t>
            </a:r>
            <a:r>
              <a:rPr lang="ko-KR" altLang="ko-KR" dirty="0"/>
              <a:t>주차</a:t>
            </a:r>
            <a:r>
              <a:rPr lang="en-US" altLang="ko-KR" dirty="0"/>
              <a:t> : </a:t>
            </a:r>
            <a:r>
              <a:rPr lang="ko-KR" altLang="ko-KR" dirty="0"/>
              <a:t>대기소 인터페이스</a:t>
            </a:r>
            <a:r>
              <a:rPr lang="en-US" altLang="ko-KR" dirty="0"/>
              <a:t>(2D </a:t>
            </a:r>
            <a:r>
              <a:rPr lang="ko-KR" altLang="ko-KR" dirty="0"/>
              <a:t>사이드 뷰</a:t>
            </a:r>
            <a:r>
              <a:rPr lang="en-US" altLang="ko-KR" dirty="0"/>
              <a:t>)</a:t>
            </a:r>
            <a:endParaRPr lang="ko-KR" altLang="ko-KR" dirty="0"/>
          </a:p>
          <a:p>
            <a:pPr lvl="1"/>
            <a:r>
              <a:rPr lang="en-US" altLang="ko-KR" dirty="0"/>
              <a:t>5</a:t>
            </a:r>
            <a:r>
              <a:rPr lang="ko-KR" altLang="ko-KR" dirty="0"/>
              <a:t>주차</a:t>
            </a:r>
            <a:r>
              <a:rPr lang="en-US" altLang="ko-KR" dirty="0"/>
              <a:t> : </a:t>
            </a:r>
            <a:r>
              <a:rPr lang="ko-KR" altLang="ko-KR" dirty="0"/>
              <a:t>적 추가</a:t>
            </a:r>
            <a:r>
              <a:rPr lang="en-US" altLang="ko-KR" dirty="0"/>
              <a:t>(</a:t>
            </a:r>
            <a:r>
              <a:rPr lang="ko-KR" altLang="ko-KR" dirty="0"/>
              <a:t>적 선택</a:t>
            </a:r>
            <a:r>
              <a:rPr lang="en-US" altLang="ko-KR" dirty="0"/>
              <a:t>, AI </a:t>
            </a:r>
            <a:r>
              <a:rPr lang="ko-KR" altLang="ko-KR" dirty="0"/>
              <a:t>및 전투 로직</a:t>
            </a:r>
            <a:r>
              <a:rPr lang="en-US" altLang="ko-KR" dirty="0"/>
              <a:t>, </a:t>
            </a:r>
            <a:r>
              <a:rPr lang="ko-KR" altLang="ko-KR" dirty="0"/>
              <a:t>보스 선정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</a:t>
            </a:r>
            <a:r>
              <a:rPr lang="ko-KR" altLang="en-US" dirty="0">
                <a:sym typeface="Wingdings" panose="05000000000000000000" pitchFamily="2" charset="2"/>
              </a:rPr>
              <a:t>일정 변경</a:t>
            </a:r>
            <a:endParaRPr lang="ko-KR" altLang="ko-KR" dirty="0"/>
          </a:p>
          <a:p>
            <a:pPr lvl="1"/>
            <a:r>
              <a:rPr lang="en-US" altLang="ko-KR" dirty="0"/>
              <a:t>6</a:t>
            </a:r>
            <a:r>
              <a:rPr lang="ko-KR" altLang="ko-KR" dirty="0"/>
              <a:t>주차</a:t>
            </a:r>
            <a:r>
              <a:rPr lang="en-US" altLang="ko-KR" dirty="0"/>
              <a:t> : </a:t>
            </a:r>
            <a:r>
              <a:rPr lang="ko-KR" altLang="ko-KR" dirty="0"/>
              <a:t>장비 강화 시스템</a:t>
            </a:r>
            <a:r>
              <a:rPr lang="en-US" altLang="ko-KR" dirty="0"/>
              <a:t>(</a:t>
            </a:r>
            <a:r>
              <a:rPr lang="ko-KR" altLang="ko-KR" dirty="0"/>
              <a:t>상점</a:t>
            </a:r>
            <a:r>
              <a:rPr lang="en-US" altLang="ko-KR" dirty="0"/>
              <a:t>) </a:t>
            </a:r>
            <a:endParaRPr lang="ko-KR" altLang="ko-KR" dirty="0"/>
          </a:p>
          <a:p>
            <a:pPr lvl="1"/>
            <a:r>
              <a:rPr lang="en-US" altLang="ko-KR" dirty="0"/>
              <a:t>7</a:t>
            </a:r>
            <a:r>
              <a:rPr lang="ko-KR" altLang="ko-KR" dirty="0"/>
              <a:t>주차</a:t>
            </a:r>
            <a:r>
              <a:rPr lang="en-US" altLang="ko-KR" dirty="0"/>
              <a:t> : </a:t>
            </a:r>
            <a:r>
              <a:rPr lang="ko-KR" altLang="ko-KR" dirty="0"/>
              <a:t>전체 루프 구현 및 연결</a:t>
            </a:r>
          </a:p>
          <a:p>
            <a:pPr lvl="1"/>
            <a:r>
              <a:rPr lang="en-US" altLang="ko-KR" dirty="0"/>
              <a:t>8</a:t>
            </a:r>
            <a:r>
              <a:rPr lang="ko-KR" altLang="ko-KR" dirty="0"/>
              <a:t>주차</a:t>
            </a:r>
            <a:r>
              <a:rPr lang="en-US" altLang="ko-KR" dirty="0"/>
              <a:t> : </a:t>
            </a:r>
            <a:r>
              <a:rPr lang="ko-KR" altLang="ko-KR" dirty="0"/>
              <a:t>사운드</a:t>
            </a:r>
            <a:r>
              <a:rPr lang="en-US" altLang="ko-KR" dirty="0"/>
              <a:t>, </a:t>
            </a:r>
            <a:r>
              <a:rPr lang="ko-KR" altLang="ko-KR" dirty="0"/>
              <a:t>효과</a:t>
            </a:r>
            <a:r>
              <a:rPr lang="en-US" altLang="ko-KR" dirty="0"/>
              <a:t>, </a:t>
            </a:r>
            <a:r>
              <a:rPr lang="ko-KR" altLang="ko-KR" dirty="0"/>
              <a:t>튜토리얼</a:t>
            </a:r>
          </a:p>
          <a:p>
            <a:pPr lvl="1"/>
            <a:r>
              <a:rPr lang="en-US" altLang="ko-KR" dirty="0"/>
              <a:t>9</a:t>
            </a:r>
            <a:r>
              <a:rPr lang="ko-KR" altLang="ko-KR" dirty="0"/>
              <a:t>주차</a:t>
            </a:r>
            <a:r>
              <a:rPr lang="en-US" altLang="ko-KR" dirty="0"/>
              <a:t> : </a:t>
            </a:r>
            <a:r>
              <a:rPr lang="ko-KR" altLang="ko-KR" dirty="0"/>
              <a:t>테스트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ko-KR" dirty="0"/>
              <a:t>특수 스킬</a:t>
            </a:r>
          </a:p>
          <a:p>
            <a:pPr marL="0" indent="0">
              <a:buNone/>
            </a:pPr>
            <a:r>
              <a:rPr lang="en-US" altLang="ko-KR" dirty="0"/>
              <a:t>		</a:t>
            </a:r>
            <a:r>
              <a:rPr lang="en-US" altLang="ko-KR" sz="2400" dirty="0"/>
              <a:t>1) k</a:t>
            </a:r>
            <a:r>
              <a:rPr lang="ko-KR" altLang="ko-KR" sz="2400" dirty="0"/>
              <a:t>를 누르면 캐릭터 강화 </a:t>
            </a:r>
            <a:r>
              <a:rPr lang="en-US" altLang="ko-KR" sz="2400" dirty="0"/>
              <a:t>+ </a:t>
            </a:r>
            <a:r>
              <a:rPr lang="ko-KR" altLang="ko-KR" sz="2400" dirty="0"/>
              <a:t>공격</a:t>
            </a:r>
            <a:r>
              <a:rPr lang="en-US" altLang="ko-KR" sz="2400" dirty="0"/>
              <a:t> -&gt; </a:t>
            </a:r>
            <a:r>
              <a:rPr lang="ko-KR" altLang="ko-KR" sz="2400" dirty="0"/>
              <a:t>특수 공격</a:t>
            </a:r>
          </a:p>
          <a:p>
            <a:pPr marL="0" indent="0">
              <a:buNone/>
            </a:pPr>
            <a:r>
              <a:rPr lang="en-US" altLang="ko-KR" sz="2400" dirty="0"/>
              <a:t>		2) k</a:t>
            </a:r>
            <a:r>
              <a:rPr lang="ko-KR" altLang="ko-KR" sz="2400" dirty="0"/>
              <a:t>를 눌러 파이어 볼 발사</a:t>
            </a:r>
          </a:p>
          <a:p>
            <a:pPr marL="0" indent="0">
              <a:buNone/>
            </a:pPr>
            <a:r>
              <a:rPr lang="en-US" altLang="ko-KR" sz="2400" dirty="0"/>
              <a:t>		</a:t>
            </a:r>
            <a:r>
              <a:rPr lang="en-US" altLang="ko-KR" sz="2400" dirty="0">
                <a:sym typeface="Wingdings" panose="05000000000000000000" pitchFamily="2" charset="2"/>
              </a:rPr>
              <a:t></a:t>
            </a:r>
            <a:r>
              <a:rPr lang="en-US" altLang="ko-KR" sz="2400" dirty="0"/>
              <a:t> 2</a:t>
            </a:r>
            <a:r>
              <a:rPr lang="ko-KR" altLang="ko-KR" sz="2400" dirty="0"/>
              <a:t>가지 특수 스킬 구현 예정</a:t>
            </a:r>
          </a:p>
          <a:p>
            <a:pPr lvl="1"/>
            <a:endParaRPr lang="ko-KR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4873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6192E9-713A-342F-42CC-22B6E2937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latinLnBrk="0"/>
            <a:r>
              <a:rPr lang="ko-KR" alt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커밋</a:t>
            </a:r>
            <a:r>
              <a:rPr lang="en-US" altLang="ko-KR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ko-KR" alt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통계</a:t>
            </a:r>
          </a:p>
        </p:txBody>
      </p:sp>
      <p:pic>
        <p:nvPicPr>
          <p:cNvPr id="5" name="내용 개체 틀 4" descr="텍스트, 스크린샷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F4FDFF-9706-2B34-B2DE-4ED325D0BC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5" r="3" b="3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7" name="그림 6" descr="텍스트, 스크린샷, 도표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23B7F1-6A4B-DD80-D092-5DA3AB51D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" r="-2" b="-2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00D2DA-76D8-66A4-A643-1B4A45463EED}"/>
              </a:ext>
            </a:extLst>
          </p:cNvPr>
          <p:cNvSpPr txBox="1"/>
          <p:nvPr/>
        </p:nvSpPr>
        <p:spPr>
          <a:xfrm>
            <a:off x="1744579" y="6300805"/>
            <a:ext cx="8262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Pdf</a:t>
            </a:r>
            <a:r>
              <a:rPr lang="ko-KR" altLang="en-US" dirty="0"/>
              <a:t> 자료에 나온 것처럼 설정하는 방법을 몰라서 코드 빈도를 함께 첨부합니다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9716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297</Words>
  <Application>Microsoft Office PowerPoint</Application>
  <PresentationFormat>와이드스크린</PresentationFormat>
  <Paragraphs>48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Wingdings</vt:lpstr>
      <vt:lpstr>Office 테마</vt:lpstr>
      <vt:lpstr>2차 프로젝트 발표</vt:lpstr>
      <vt:lpstr>PowerPoint 프레젠테이션</vt:lpstr>
      <vt:lpstr>프로젝트 계획 수정 </vt:lpstr>
      <vt:lpstr>커밋 통계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최민우(2022180040)</dc:creator>
  <cp:lastModifiedBy>최민우(2022180040)</cp:lastModifiedBy>
  <cp:revision>4</cp:revision>
  <dcterms:created xsi:type="dcterms:W3CDTF">2025-11-12T02:53:49Z</dcterms:created>
  <dcterms:modified xsi:type="dcterms:W3CDTF">2025-11-12T03:08:53Z</dcterms:modified>
</cp:coreProperties>
</file>